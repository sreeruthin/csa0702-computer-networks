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08100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Learning-Based Error Detection in Networks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49662"/>
            <a:ext cx="4722763" cy="138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presentation — Computer Networks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Presenter: Vasireddy Sree Ruthin Reddy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Regno-192324112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63166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— What is Network Error Detection?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2084487"/>
            <a:ext cx="472276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Detecting faults and anomalies in packet delivery and link behavior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goal: maintain reliability, performance, and security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errors: packet loss, bit errors, congestion, link failure, high latency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methods are rule-based and detect known patterns only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375352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823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 Error Detection Techniques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904652"/>
            <a:ext cx="8151763" cy="834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Parity check — simple bit parity for single-bit errors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Checksum — sum-based integrity checks for packets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 — polynomial remainder method for robust error detection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Hamming code — error-correcting codes for limited-bit recovery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857003"/>
            <a:ext cx="4023568" cy="868710"/>
          </a:xfrm>
          <a:prstGeom prst="roundRect">
            <a:avLst>
              <a:gd name="adj" fmla="val 58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2697" y="1983581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2697" y="2236738"/>
            <a:ext cx="37704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overhead, deterministic, hardware-friendly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24313" y="1857003"/>
            <a:ext cx="4023568" cy="868710"/>
          </a:xfrm>
          <a:prstGeom prst="roundRect">
            <a:avLst>
              <a:gd name="adj" fmla="val 58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0891" y="1983581"/>
            <a:ext cx="377041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0891" y="2236738"/>
            <a:ext cx="377041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known errors only, limited context awareness, poor anomaly prediction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843436"/>
            <a:ext cx="8151763" cy="1610246"/>
          </a:xfrm>
          <a:prstGeom prst="roundRect">
            <a:avLst>
              <a:gd name="adj" fmla="val 317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6119" y="3166914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96119" y="3488010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6119" y="3809107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96119" y="4130204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2846" y="2915766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8368" y="2915766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93890" y="2915766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Strength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29413" y="2915766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Weakness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2846" y="3236863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8368" y="3236863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Single-bit flips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93890" y="3236863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simple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29413" y="3236863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Can't locate errors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2846" y="3557960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Checksum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58368" y="3557960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Packet corruption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93890" y="3557960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9413" y="3557960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Collision-prone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2846" y="3879056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58368" y="3879056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Burst errors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93890" y="3879056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detection rate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29413" y="3879056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Complexer hardware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2846" y="4200153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Hamming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58368" y="4200153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Correctable bit errors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93890" y="4200153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correction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9413" y="4200153"/>
            <a:ext cx="224909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Overhead for parity bits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6119" y="4571405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525438"/>
            <a:ext cx="3069431" cy="4092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9102" y="546869"/>
            <a:ext cx="4763542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Machine Learning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889102" y="994097"/>
            <a:ext cx="4763542" cy="10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ML? Algorithms that learn patterns from data to make predictions or decisions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Types: Supervised, Unsupervised, Reinforcement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ML for networking: detect complex patterns, adapt over time, reduce manual rules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102" y="2218060"/>
            <a:ext cx="4763542" cy="20541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09662" y="3882647"/>
            <a:ext cx="1080675" cy="13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209662" y="3407150"/>
            <a:ext cx="1080675" cy="13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209662" y="2936456"/>
            <a:ext cx="1080675" cy="13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Training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209662" y="2460959"/>
            <a:ext cx="1080675" cy="13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889102" y="4407694"/>
            <a:ext cx="52207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51793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ML-Based Error Detection — End-to-End Process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173114"/>
            <a:ext cx="4722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data collection (flow logs, SNMP, telemetry)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extraction (latency, packet loss rate, jitter, queue sizes)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 training (labeled or unsupervised)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&amp; inference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detection → alert generation → remediation trigger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6648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7865"/>
            <a:ext cx="3943499" cy="27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Algorithms Commonly Used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892225"/>
            <a:ext cx="3943499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 — interpretable classification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— ensemble, robust to noise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 — margin-based classification for smaller feature sets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Networks / Deep Learning — capture complex, non-linear behaviors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Forest — unsupervised anomaly detection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9145" y="548283"/>
            <a:ext cx="271314" cy="2713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84266" y="548283"/>
            <a:ext cx="356837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84266" y="800844"/>
            <a:ext cx="3568378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Fast, interpretable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145" y="1120304"/>
            <a:ext cx="271314" cy="2713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4266" y="1120304"/>
            <a:ext cx="356837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084266" y="1372865"/>
            <a:ext cx="3568378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accuracy, less overfitting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45" y="1692325"/>
            <a:ext cx="271314" cy="2713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84266" y="1692325"/>
            <a:ext cx="356837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Neural Networks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084266" y="1944886"/>
            <a:ext cx="3568378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complex correlations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9145" y="2264346"/>
            <a:ext cx="271314" cy="2713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84266" y="2264346"/>
            <a:ext cx="3568378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Isolation Forest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5084266" y="2516907"/>
            <a:ext cx="3568378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Unsupervised anomaly detection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496119" y="2857128"/>
            <a:ext cx="8151763" cy="1584722"/>
          </a:xfrm>
          <a:prstGeom prst="roundRect">
            <a:avLst>
              <a:gd name="adj" fmla="val 287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00881" y="2861890"/>
            <a:ext cx="8141419" cy="262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610270" y="2916510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3326160" y="2916510"/>
            <a:ext cx="294895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6039669" y="2916510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Use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500881" y="3124423"/>
            <a:ext cx="8141419" cy="262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610270" y="3179043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3326160" y="3179043"/>
            <a:ext cx="294895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Interpretable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6039669" y="3179043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Feature-rich labeled data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500881" y="3386956"/>
            <a:ext cx="8141419" cy="262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10270" y="3441576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3326160" y="3441576"/>
            <a:ext cx="294895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Generalizes well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6039669" y="3441576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data; noisy environments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500881" y="3649489"/>
            <a:ext cx="8141419" cy="262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610270" y="3704109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3326160" y="3704109"/>
            <a:ext cx="294895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in high-dim small datasets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6039669" y="3704109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anomaly detection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500881" y="3912022"/>
            <a:ext cx="8141419" cy="262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610270" y="3966642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Networks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3326160" y="3966642"/>
            <a:ext cx="294895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complex patterns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6039669" y="3966642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Large-scale telemetry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500881" y="4174554"/>
            <a:ext cx="8141419" cy="262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610270" y="4229174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Forest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3326160" y="4229174"/>
            <a:ext cx="294895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labeled data needed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6039669" y="4229174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Novel anomaly detection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496119" y="4535314"/>
            <a:ext cx="86089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0699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 of ML Error Detection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28576"/>
            <a:ext cx="552450" cy="552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1228576"/>
            <a:ext cx="1175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Centers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5748" y="1535088"/>
            <a:ext cx="117537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server/network anomalies, optimize load balancing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228576"/>
            <a:ext cx="552450" cy="552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1228576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Computing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7928" y="1756544"/>
            <a:ext cx="11754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Auto-scale and preempt outages via anomaly alerts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228576"/>
            <a:ext cx="552450" cy="552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1228576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IoT Networks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0183" y="1535088"/>
            <a:ext cx="11754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faulty sensors and connectivity problems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228576"/>
            <a:ext cx="552450" cy="552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2437" y="1228576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Wireless &amp; 5G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72437" y="1756544"/>
            <a:ext cx="11754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handovers, identify interference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952676"/>
            <a:ext cx="552450" cy="552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25748" y="2952676"/>
            <a:ext cx="1175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SDN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225748" y="3259187"/>
            <a:ext cx="117537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Programmatic routing adjustments on detected faults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96119" y="432591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48644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14476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accuracy for complex anomalies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detection with predictive signals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 &amp; adaptive learning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manual 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49701" y="1648644"/>
            <a:ext cx="390294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49701" y="2144762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large, labeled datasets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computational and storage cost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of false positives / alert fatigue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 time and privacy concerns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340972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545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Case Study &amp; Future Scope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26332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Case Study (Cloud Data Center)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649611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Problem: intermittent link anomalies causing service degradation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telemetry + Isolation Forest for anomaly flagging; Random Forest for classification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Results: Accuracy 95%; Detection time reduced by 60%; Downtime reduced significantly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41774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Directions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075831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AI-driven self-healing networks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AI (XAI) for operator trust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AI for low-latency inference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6G &amp; autonomous network 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429123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8948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645072"/>
            <a:ext cx="472276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methods are necessary but limited to known errors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enables prediction and detection of hidden anomalies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improves reliability, enables proactive remediation, and scales with telemetry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networks will rely on explainable, distributed AI for autonomy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25119" y="354091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2026-07-21T16:51:59Z</dcterms:created>
  <dcterms:modified xsi:type="dcterms:W3CDTF">2026-07-21T16:51:59Z</dcterms:modified>
</cp:coreProperties>
</file>